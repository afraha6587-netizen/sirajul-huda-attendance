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Management and Board Members. Today, we present the Sirajul Huda College Digital Attendance &amp; Academic Tracking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paper registers cause lost time and communication gaps. Our PWA replaces manual pain points with instant digital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provides 3 distinct roles: Super Admin governance, Usthad period logging, and parent self-service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1-click WhatsApp alerts, parents are instantly notified when a student is marked absent, strengthening college-home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Usthads log the exact topic taught and Kitab page reference for every period, giving management clear insights into curriculum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interactive calendar allows single-click tagging of working days, Sundays, and Hostel Leave, auto-calculating actual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reports generate in 1 second, providing student attendance matrices AND a faculty breakdown of scheduled vs. conducted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At-Risk dashboard flags low-attendance students before exams, while the public portal allows parents to check attendance anytime.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 modern cloud architecture, the app requires zero server setup by the college and is fully installable on mobile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Rollout takes just a few days with zero friction. We are ready to launch and support Sirajul Huda College in this digital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SIRAJUL HUDA COLLEGE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Digital Attendance &amp; Academic Tracking Platform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</a:defRPr>
            </a:pPr>
            <a:r>
              <a:t>A Touch-Optimized Progressive Web Application for Attendance, Curriculum Logs, and Parent Communication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Presented to: College Management &amp; Stakeholders   |   Presented by: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EXECUTIVE SUMMARY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Modernizing Operations: Paper Registers to Cloud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❌ Traditional Challenges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Paper register damage, loss, and transcription errors.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Severe delays in notifying parents of student absences.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Time-consuming monthly attendance calculations (15+ hours/month).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Zero visibility into subject syllabus coverage and Usthad period logs.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No proactive early warning system for low-attendance students.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✅ Digital PWA Solution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100% cloud-synced digital record keeping with automatic backups.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Instant 1-click WhatsApp alerts delivered directly to parents' phones.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Automated 1-second monthly report generation for classes &amp; subjects.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Mandatory Topic Taught and Kitab Page reference logging per period.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Automated At-Risk Early Warning System (&lt;75% threshold).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USER ROLES &amp; ACCESS CONTROL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Tailored Workflows for Every Stakeholder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👑 Super Admin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Academic Year &amp; Term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Department, Class &amp; Subject Setup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Usthad / Teacher Allocation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Master Access to All Monthly Reports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Hostel Leave &amp; Calendar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👨‍🏫 Usthad / Faculty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Period Attendance Marking (Present/Absent/Leave)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Topic Taught &amp; Kitab Page Logging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Quick Daily Attendance Roster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Direct Parent WhatsApp Alert Trigger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30-Second Fast Touch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👨‍👩‍👧 Parent &amp; Student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Public Portal Access (/portal)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Instant Lookup via Register Number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Zero Login Password Required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Real-Time Attendance Percentage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Complete Session History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DAILY ATTENDANCE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1-Click WhatsApp Parent Communication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📲 Instant Parent Alert Features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Present / Absent quick toggles for the entire class.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Direct 'WhatsApp Parent' action button for absent students.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Pre-formatted professional WhatsApp message template: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'Respected Parent, your child [Name] (Reg: [No]) was marked ABSENT for daily attendance at Sirajul Huda College on [Date].'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Pre-linked parent phone numbers eliminate manual 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💡 Key Impact &amp; Benefits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Zero Communication Delays: Parents notified the moment attendance is saved.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High Engagement: WhatsApp has 98% open rates compared to SMS.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Reduced Truancy: Early parent awareness deters unexcused absences.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Transparent Administration: Builds strong trust between college and parents.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SUBJECT PERIOD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Academic Accountability &amp; Curriculum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📖 Period Attendance Logging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Class, Subject, Date, and Period selection.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Individual student status marking (Present, Absent, Leave).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Quick Roster Actions: 'Mark All Present' / 'Mark All Absent'.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Real-Time Summary Counters before saving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📝 Mandatory Syllabus Tracking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Topic Taught Field: e.g., 'كتاب الصلاة - باب شروط الصلاة'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Kitab Page Reference: e.g., 'Page 45 - 48 / Chapter 3'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Ensures full audit trail of syllabus completed.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Enables Management to monitor teaching pace across departments.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CALENDAR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Integrated Academic Calendar &amp; Leave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📅 Calendar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Dynamic Academic Year selector &amp; monthly grid view.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Color-coded day markers: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🔵 Working Days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🔴 Sundays &amp; Official Holidays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🟣 Hostel Leave Days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Touch-friendly mobile swiping across months.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🟣 Hostel Leave Integration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One-click Hostel Leave day configuration.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Automatic working day count adjustment in monthly reports.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Prevents false absence penalties during approved hostel leave dates.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Streamlines college &amp; hostel administration synchronization.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ANALYTICS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Comprehensive Monthly Analytics &amp; Faculty Auditing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📊 Monthly Student Matrix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Instant compilation of monthly attendance per student.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Subject-wise attended sessions &amp; subject percentages.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Grand total attended sessions &amp; overall percentage.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Print &amp; PDF ready layout for official college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👨‍🏫 Usthad Performance Breakdown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Subject Name &amp; Arabic Name summary.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Assigned Usthad / Teacher breakdown.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Tracking Metrics: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- Available Classes Scheduled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- Taken Classes Conducted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- Classes Not Taken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Gives leadership complete clarity on faculty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STUDENT MONITORING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Early Intervention &amp; Transparent Parent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⚠️ At-Risk Early Warning Dashboard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Automatically tags students falling below threshold (&lt;75%).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Highlights register number, student name, class, and attendance %.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Enables advisors to intervene before final examinations.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Exportable roster for academic counselling.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🌐 Public Parent Portal (/portal)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Hassle-free portal requiring only Student Register Number.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Zero password / login barriers for parents.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Live percentage badge, at-risk alerts, &amp; session history.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Drastically reduces office phone calls for attendance inquiries.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TECHNICAL ARCHITECTURE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Enterprise Security &amp; Modern Cloud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⚡ Technology Stack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Frontend: React 18, TypeScript, Vite, Tailwind CSS.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Backend: Node.js, Express API, TypeScript.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Database: Cloud PostgreSQL with Prisma ORM.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Hosting: Vercel (Client CDN) &amp; Render (API + Database).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99.9% Uptime SLA with SSL encryption.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📱 Progressive Web App (PWA) Features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Installable directly on iOS &amp; Android home screens.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Service Worker caching for instant app load speed.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Smooth touch gesture panning (touch-auto) for mobile tables.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Auto-updating background cache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IMPLEMENTATION PLAN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Seamless Rollout &amp; Support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🚀 4-Step Rollout Timeline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1. Data Onboarding: CSV/Excel import of students &amp; subjects.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2. Usthad Training: 30-minute orientation &amp; PWA mobile install.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3. Soft Launch: 1-week parallel trial run.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4. Full Operations: Live attendance marking &amp; parent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🤝 Next Steps &amp; Q&amp;A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Management Approval &amp; Approval Sign-off.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Finalization of Academic Calendar dates.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Staff Account Creation.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Live System Demonstration &amp; Question Answer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